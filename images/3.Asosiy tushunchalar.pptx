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86410"/>
  </p:normalViewPr>
  <p:slideViewPr>
    <p:cSldViewPr snapToGrid="0">
      <p:cViewPr varScale="1">
        <p:scale>
          <a:sx n="51" d="100"/>
          <a:sy n="51" d="100"/>
        </p:scale>
        <p:origin x="126" y="19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181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453A9-0551-4EEC-A030-C6A9041069B8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B1D55-7237-4CFF-ACCC-44BAD0B5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85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B1D55-7237-4CFF-ACCC-44BAD0B5D6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48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3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98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0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8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70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49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3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4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6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90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4119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23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0932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88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53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52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09B78B-3AA4-456E-93A9-806C2D381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C1B4D7-70E2-4AF9-9010-9ABC249A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E884BC-8C55-4F24-840F-C3D71CE48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58BA483-1A86-4DC3-B86B-66F717074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2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287A4-D8F4-484B-8F68-F47C5D68505B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40D32038-7C51-486E-89A2-07A81DDB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9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66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C3937BF-0498-495C-A1A1-D7189D329174}"/>
              </a:ext>
            </a:extLst>
          </p:cNvPr>
          <p:cNvSpPr/>
          <p:nvPr/>
        </p:nvSpPr>
        <p:spPr>
          <a:xfrm>
            <a:off x="1006021" y="457200"/>
            <a:ext cx="8432800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“Wrap text 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sozlamalaridan</a:t>
            </a:r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 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foydalanish.Tasvirni</a:t>
            </a:r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 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qirqish</a:t>
            </a:r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 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va</a:t>
            </a:r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 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o`lchamini</a:t>
            </a:r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 o`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  <a:latin typeface="Agency FB" panose="020B0503020202020204" pitchFamily="34" charset="0"/>
              </a:rPr>
              <a:t>zgartirish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</a:rPr>
              <a:t>”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-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nomli</a:t>
            </a:r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 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mavzuning</a:t>
            </a:r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 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asosiy</a:t>
            </a:r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 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tushunchalari</a:t>
            </a:r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 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quyidagilardan</a:t>
            </a:r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  </a:t>
            </a:r>
            <a:r>
              <a:rPr lang="en-US" sz="3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iborat</a:t>
            </a:r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00FFFF"/>
                </a:highlight>
                <a:latin typeface="Agency FB" panose="020B0503020202020204" pitchFamily="34" charset="0"/>
              </a:rPr>
              <a:t>:</a:t>
            </a:r>
            <a:endParaRPr lang="ru-RU" sz="3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highlight>
                <a:srgbClr val="00FFFF"/>
              </a:highlight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5767668-06C1-4D11-B3A9-6112359B29BB}"/>
              </a:ext>
            </a:extLst>
          </p:cNvPr>
          <p:cNvSpPr/>
          <p:nvPr/>
        </p:nvSpPr>
        <p:spPr>
          <a:xfrm>
            <a:off x="0" y="3119060"/>
            <a:ext cx="11944350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342900" lvl="3" indent="65088" algn="just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rgbClr val="FF0000"/>
                </a:solidFill>
                <a:latin typeface="Agency FB" panose="020B0503020202020204" pitchFamily="34" charset="0"/>
              </a:rPr>
              <a:t>Text wrapping-</a:t>
            </a:r>
            <a:r>
              <a:rPr lang="en-US" sz="2800" b="1" dirty="0" err="1">
                <a:latin typeface="Agency FB" panose="020B0503020202020204" pitchFamily="34" charset="0"/>
              </a:rPr>
              <a:t>matnni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sig`dirish</a:t>
            </a:r>
            <a:r>
              <a:rPr lang="en-US" sz="2800" b="1" dirty="0">
                <a:latin typeface="Agency FB" panose="020B0503020202020204" pitchFamily="34" charset="0"/>
              </a:rPr>
              <a:t>. </a:t>
            </a:r>
            <a:r>
              <a:rPr lang="en-US" sz="2800" b="1" dirty="0" err="1">
                <a:latin typeface="Agency FB" panose="020B0503020202020204" pitchFamily="34" charset="0"/>
              </a:rPr>
              <a:t>Matnni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ma`lum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obyekt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yoki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oyna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ichiga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sig`dirib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joylashtirish</a:t>
            </a:r>
            <a:endParaRPr lang="en-US" sz="2800" b="1" dirty="0">
              <a:latin typeface="Agency FB" panose="020B0503020202020204" pitchFamily="34" charset="0"/>
            </a:endParaRPr>
          </a:p>
          <a:p>
            <a:pPr marL="342900" indent="65088" algn="just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3"/>
                </a:solidFill>
                <a:latin typeface="Agency FB" panose="020B0503020202020204" pitchFamily="34" charset="0"/>
              </a:rPr>
              <a:t>Crop-</a:t>
            </a:r>
            <a:r>
              <a:rPr lang="en-US" sz="2800" b="1" dirty="0" err="1">
                <a:latin typeface="Agency FB" panose="020B0503020202020204" pitchFamily="34" charset="0"/>
              </a:rPr>
              <a:t>tasvirni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bir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qismini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qirqib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olib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tashlash</a:t>
            </a:r>
            <a:r>
              <a:rPr lang="en-US" sz="2800" b="1" dirty="0">
                <a:latin typeface="Agency FB" panose="020B0503020202020204" pitchFamily="34" charset="0"/>
              </a:rPr>
              <a:t>.</a:t>
            </a:r>
          </a:p>
          <a:p>
            <a:pPr marL="342900" indent="65088" algn="just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3"/>
                </a:solidFill>
                <a:latin typeface="Agency FB" panose="020B0503020202020204" pitchFamily="34" charset="0"/>
              </a:rPr>
              <a:t>Resize- </a:t>
            </a:r>
            <a:r>
              <a:rPr lang="en-US" sz="2800" b="1" dirty="0" err="1">
                <a:latin typeface="Agency FB" panose="020B0503020202020204" pitchFamily="34" charset="0"/>
              </a:rPr>
              <a:t>tasvir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o`lchamini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o`zgartirish</a:t>
            </a:r>
            <a:r>
              <a:rPr lang="en-US" sz="2800" b="1" dirty="0">
                <a:latin typeface="Agency FB" panose="020B0503020202020204" pitchFamily="34" charset="0"/>
              </a:rPr>
              <a:t>.</a:t>
            </a:r>
            <a:r>
              <a:rPr lang="en-US" sz="2800" b="1" dirty="0">
                <a:solidFill>
                  <a:schemeClr val="accent3"/>
                </a:solidFill>
                <a:latin typeface="Agency FB" panose="020B0503020202020204" pitchFamily="34" charset="0"/>
              </a:rPr>
              <a:t> </a:t>
            </a:r>
          </a:p>
          <a:p>
            <a:pPr marL="342900" indent="65088" algn="just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3"/>
                </a:solidFill>
                <a:latin typeface="Agency FB" panose="020B0503020202020204" pitchFamily="34" charset="0"/>
              </a:rPr>
              <a:t>Aspect ratio-</a:t>
            </a:r>
            <a:r>
              <a:rPr lang="en-US" sz="2800" b="1" dirty="0" err="1">
                <a:latin typeface="Agency FB" panose="020B0503020202020204" pitchFamily="34" charset="0"/>
              </a:rPr>
              <a:t>tasvirning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eni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va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bo`yi</a:t>
            </a:r>
            <a:r>
              <a:rPr lang="en-US" sz="2800" b="1" dirty="0">
                <a:latin typeface="Agency FB" panose="020B0503020202020204" pitchFamily="34" charset="0"/>
              </a:rPr>
              <a:t>  </a:t>
            </a:r>
            <a:r>
              <a:rPr lang="en-US" sz="2800" b="1" dirty="0" err="1">
                <a:latin typeface="Agency FB" panose="020B0503020202020204" pitchFamily="34" charset="0"/>
              </a:rPr>
              <a:t>o`rtasidagi</a:t>
            </a:r>
            <a:r>
              <a:rPr lang="en-US" sz="2800" b="1" dirty="0">
                <a:latin typeface="Agency FB" panose="020B0503020202020204" pitchFamily="34" charset="0"/>
              </a:rPr>
              <a:t> </a:t>
            </a:r>
            <a:r>
              <a:rPr lang="en-US" sz="2800" b="1" dirty="0" err="1">
                <a:latin typeface="Agency FB" panose="020B0503020202020204" pitchFamily="34" charset="0"/>
              </a:rPr>
              <a:t>nisbat</a:t>
            </a:r>
            <a:r>
              <a:rPr lang="en-US" sz="2800" b="1" dirty="0">
                <a:latin typeface="Agency FB" panose="020B0503020202020204" pitchFamily="34" charset="0"/>
              </a:rPr>
              <a:t>.</a:t>
            </a:r>
            <a:endParaRPr lang="en-US" sz="2800" b="1" dirty="0">
              <a:solidFill>
                <a:schemeClr val="accent3"/>
              </a:solidFill>
              <a:latin typeface="Agency FB" panose="020B0503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800" b="1" dirty="0">
              <a:solidFill>
                <a:schemeClr val="accent3"/>
              </a:solidFill>
            </a:endParaRPr>
          </a:p>
          <a:p>
            <a:pPr algn="just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1893528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</TotalTime>
  <Words>70</Words>
  <Application>Microsoft Office PowerPoint</Application>
  <PresentationFormat>Широкоэкранный</PresentationFormat>
  <Paragraphs>6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Agency FB</vt:lpstr>
      <vt:lpstr>Arial</vt:lpstr>
      <vt:lpstr>Calibri</vt:lpstr>
      <vt:lpstr>Trebuchet MS</vt:lpstr>
      <vt:lpstr>Wingdings</vt:lpstr>
      <vt:lpstr>Wingdings 3</vt:lpstr>
      <vt:lpstr>Аспект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Ikrom Rayxonovich</dc:creator>
  <cp:lastModifiedBy>Ikrom Rayxonovich</cp:lastModifiedBy>
  <cp:revision>6</cp:revision>
  <dcterms:created xsi:type="dcterms:W3CDTF">2026-08-24T17:41:30Z</dcterms:created>
  <dcterms:modified xsi:type="dcterms:W3CDTF">2026-09-02T16:22:06Z</dcterms:modified>
</cp:coreProperties>
</file>