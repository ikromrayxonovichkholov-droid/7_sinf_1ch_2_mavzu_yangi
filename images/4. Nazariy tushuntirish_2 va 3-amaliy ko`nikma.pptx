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71" autoAdjust="0"/>
    <p:restoredTop sz="94660"/>
  </p:normalViewPr>
  <p:slideViewPr>
    <p:cSldViewPr snapToGrid="0">
      <p:cViewPr varScale="1">
        <p:scale>
          <a:sx n="67" d="100"/>
          <a:sy n="67" d="100"/>
        </p:scale>
        <p:origin x="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803545-BE61-438F-A57A-93F62E7F31E6}"/>
              </a:ext>
            </a:extLst>
          </p:cNvPr>
          <p:cNvSpPr/>
          <p:nvPr/>
        </p:nvSpPr>
        <p:spPr>
          <a:xfrm>
            <a:off x="3774886" y="404691"/>
            <a:ext cx="865886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2-va </a:t>
            </a:r>
            <a:r>
              <a:rPr lang="en-US" sz="5400" b="1" dirty="0">
                <a:ln/>
                <a:solidFill>
                  <a:schemeClr val="accent4"/>
                </a:solidFill>
              </a:rPr>
              <a:t>3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-amaliy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/>
              </a:rPr>
              <a:t>ko`nikma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.</a:t>
            </a:r>
            <a:endParaRPr lang="ru-RU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1ACD97-78AC-498A-A6C2-AFC0F8ECB48E}"/>
              </a:ext>
            </a:extLst>
          </p:cNvPr>
          <p:cNvSpPr/>
          <p:nvPr/>
        </p:nvSpPr>
        <p:spPr>
          <a:xfrm>
            <a:off x="6189385" y="1182231"/>
            <a:ext cx="434606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Kitobingizni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9-13-sahifasida </a:t>
            </a:r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berilgan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ru-RU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A36AF-1367-41B3-9D8E-E0A132552D74}"/>
              </a:ext>
            </a:extLst>
          </p:cNvPr>
          <p:cNvSpPr txBox="1"/>
          <p:nvPr/>
        </p:nvSpPr>
        <p:spPr>
          <a:xfrm>
            <a:off x="1108364" y="1532483"/>
            <a:ext cx="106204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2-amaliy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ko`nikma:Wrap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text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sozlamalaridan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foydalanish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algn="just"/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3-amaliy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ko`nikma:Tasvirni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qirqish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o`lchamini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o`zgartirish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en-US" sz="4000" dirty="0">
              <a:latin typeface="Agency FB" panose="020B0503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8D2965-ED3E-4C7D-ADFF-5E83B85DFE09}"/>
              </a:ext>
            </a:extLst>
          </p:cNvPr>
          <p:cNvSpPr/>
          <p:nvPr/>
        </p:nvSpPr>
        <p:spPr>
          <a:xfrm>
            <a:off x="491319" y="2855922"/>
            <a:ext cx="11700681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228600" algn="just"/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Micrasoft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Word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matn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muharririda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chetiga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matnni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joylash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quyidagi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amallar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yordamida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bajariladi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:</a:t>
            </a: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Hujjatga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qo`shiladi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en-US" sz="32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pitchFamily="34" charset="0"/>
            </a:endParaRP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tanlanadi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Format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menyusidan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Wrap text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buyrug`i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tanlanadi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ru-RU" sz="3200" b="0" cap="none" spc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0974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803545-BE61-438F-A57A-93F62E7F31E6}"/>
              </a:ext>
            </a:extLst>
          </p:cNvPr>
          <p:cNvSpPr/>
          <p:nvPr/>
        </p:nvSpPr>
        <p:spPr>
          <a:xfrm>
            <a:off x="3774886" y="404691"/>
            <a:ext cx="865886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2-va </a:t>
            </a:r>
            <a:r>
              <a:rPr lang="en-US" sz="5400" b="1" dirty="0">
                <a:ln/>
                <a:solidFill>
                  <a:schemeClr val="accent4"/>
                </a:solidFill>
              </a:rPr>
              <a:t>3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-amaliy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/>
              </a:rPr>
              <a:t>ko`nikma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.</a:t>
            </a:r>
            <a:endParaRPr lang="ru-RU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1ACD97-78AC-498A-A6C2-AFC0F8ECB48E}"/>
              </a:ext>
            </a:extLst>
          </p:cNvPr>
          <p:cNvSpPr/>
          <p:nvPr/>
        </p:nvSpPr>
        <p:spPr>
          <a:xfrm>
            <a:off x="6189385" y="1182231"/>
            <a:ext cx="434606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Kitobingizni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9-13-sahifasida </a:t>
            </a:r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berilgan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ru-RU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A36AF-1367-41B3-9D8E-E0A132552D74}"/>
              </a:ext>
            </a:extLst>
          </p:cNvPr>
          <p:cNvSpPr txBox="1"/>
          <p:nvPr/>
        </p:nvSpPr>
        <p:spPr>
          <a:xfrm>
            <a:off x="1108364" y="1532483"/>
            <a:ext cx="106204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2-amaliy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ko`nikma:Wrap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text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sozlamalaridan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foydalanish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algn="just"/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3-amaliy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ko`nikma:Tasvirni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qirqish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o`lchamini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o`zgartirish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en-US" sz="4000" dirty="0">
              <a:latin typeface="Agency FB" panose="020B0503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8D2965-ED3E-4C7D-ADFF-5E83B85DFE09}"/>
              </a:ext>
            </a:extLst>
          </p:cNvPr>
          <p:cNvSpPr/>
          <p:nvPr/>
        </p:nvSpPr>
        <p:spPr>
          <a:xfrm>
            <a:off x="491319" y="2855922"/>
            <a:ext cx="11700681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228600" algn="just"/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TASVIRNI QIRQISH </a:t>
            </a:r>
            <a:r>
              <a:rPr lang="en-US" sz="32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:</a:t>
            </a: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Hujjatga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qo`shiladi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en-US" sz="32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pitchFamily="34" charset="0"/>
            </a:endParaRP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tanlanadi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Format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menyusidan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Crop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buyrug`i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tanlanadi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ru-RU" sz="3200" b="0" cap="none" spc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01967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803545-BE61-438F-A57A-93F62E7F31E6}"/>
              </a:ext>
            </a:extLst>
          </p:cNvPr>
          <p:cNvSpPr/>
          <p:nvPr/>
        </p:nvSpPr>
        <p:spPr>
          <a:xfrm>
            <a:off x="4203511" y="0"/>
            <a:ext cx="865886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2-va </a:t>
            </a:r>
            <a:r>
              <a:rPr lang="en-US" sz="5400" b="1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3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-amaliy </a:t>
            </a:r>
            <a:r>
              <a:rPr lang="en-US" sz="5400" b="1" cap="none" spc="0" dirty="0" err="1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ko`nikma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.</a:t>
            </a:r>
            <a:endParaRPr lang="ru-RU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1ACD97-78AC-498A-A6C2-AFC0F8ECB48E}"/>
              </a:ext>
            </a:extLst>
          </p:cNvPr>
          <p:cNvSpPr/>
          <p:nvPr/>
        </p:nvSpPr>
        <p:spPr>
          <a:xfrm>
            <a:off x="7118073" y="858574"/>
            <a:ext cx="434606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Kitobingizni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9-13-sahifasida </a:t>
            </a:r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berilgan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ru-RU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A36AF-1367-41B3-9D8E-E0A132552D74}"/>
              </a:ext>
            </a:extLst>
          </p:cNvPr>
          <p:cNvSpPr txBox="1"/>
          <p:nvPr/>
        </p:nvSpPr>
        <p:spPr>
          <a:xfrm>
            <a:off x="1208377" y="1120184"/>
            <a:ext cx="106204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2-amaliy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ko`nikma:Wrap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text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sozlamalaridan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foydalanish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algn="just"/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3-amaliy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ko`nikma:Tasvirni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qirqish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o`lchamini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400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o`zgartirish</a:t>
            </a:r>
            <a:r>
              <a:rPr lang="en-US" sz="40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en-US" sz="4000" dirty="0">
              <a:latin typeface="Agency FB" panose="020B0503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8D2965-ED3E-4C7D-ADFF-5E83B85DFE09}"/>
              </a:ext>
            </a:extLst>
          </p:cNvPr>
          <p:cNvSpPr/>
          <p:nvPr/>
        </p:nvSpPr>
        <p:spPr>
          <a:xfrm>
            <a:off x="128126" y="2443623"/>
            <a:ext cx="11700681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228600" algn="just"/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  </a:t>
            </a:r>
            <a:r>
              <a:rPr lang="en-US" sz="32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O`LCHAMINI O`ZGARTIRISH</a:t>
            </a:r>
            <a:r>
              <a:rPr lang="en-US" sz="32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:</a:t>
            </a: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Hujjatga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qo`shiladi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en-US" sz="32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pitchFamily="34" charset="0"/>
            </a:endParaRP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b="0" cap="none" spc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tanlanadi</a:t>
            </a:r>
            <a:r>
              <a:rPr lang="en-US" sz="32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457200" indent="228600" algn="just">
              <a:buFont typeface="Wingdings" panose="05000000000000000000" pitchFamily="2" charset="2"/>
              <a:buChar char="Ø"/>
            </a:pP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RESIZE (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o`lchamini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o`zgartirish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)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amalini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bajarish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uchun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tanlangan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tasvirning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burchak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yon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tomonlarida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nuqtalar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paydo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bo`ladi,shu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nuqtalarni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ustiga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sichqonchani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kursori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olib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boriladi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chap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tugmasi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bosib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turilgan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holatda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320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siljitiladi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ru-RU" sz="3200" b="0" cap="none" spc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46092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164</TotalTime>
  <Words>213</Words>
  <Application>Microsoft Office PowerPoint</Application>
  <PresentationFormat>Широкоэкранный</PresentationFormat>
  <Paragraphs>24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Agency FB</vt:lpstr>
      <vt:lpstr>Arial</vt:lpstr>
      <vt:lpstr>Century Gothic</vt:lpstr>
      <vt:lpstr>Wingdings</vt:lpstr>
      <vt:lpstr>След самолета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19</cp:revision>
  <dcterms:created xsi:type="dcterms:W3CDTF">2026-08-22T16:44:02Z</dcterms:created>
  <dcterms:modified xsi:type="dcterms:W3CDTF">2026-09-02T17:21:08Z</dcterms:modified>
</cp:coreProperties>
</file>