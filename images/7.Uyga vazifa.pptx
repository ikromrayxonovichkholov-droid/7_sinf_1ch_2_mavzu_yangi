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786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5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6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7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7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0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0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6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47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220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3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97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994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52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2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1361720C-332E-49B0-8D53-C436352E9BA0}" type="datetimeFigureOut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424B82D-2C22-4B9E-9E8C-D8CD9DF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B09C15C-D651-44E0-9162-C2242F40E215}"/>
              </a:ext>
            </a:extLst>
          </p:cNvPr>
          <p:cNvSpPr/>
          <p:nvPr/>
        </p:nvSpPr>
        <p:spPr>
          <a:xfrm>
            <a:off x="2862326" y="368737"/>
            <a:ext cx="5956210" cy="15696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Uyga</a:t>
            </a:r>
            <a:r>
              <a:rPr lang="en-U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US" sz="9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Vazifa</a:t>
            </a:r>
            <a:endParaRPr lang="ru-RU" sz="9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95B2EC-2A31-4C90-9FED-616C663677EC}"/>
              </a:ext>
            </a:extLst>
          </p:cNvPr>
          <p:cNvSpPr/>
          <p:nvPr/>
        </p:nvSpPr>
        <p:spPr>
          <a:xfrm>
            <a:off x="3178676" y="1982716"/>
            <a:ext cx="5323509" cy="923330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Aziz   </a:t>
            </a:r>
            <a:r>
              <a:rPr lang="en-US" sz="540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o</a:t>
            </a:r>
            <a:r>
              <a:rPr lang="en-US" sz="5400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`quvchim</a:t>
            </a:r>
            <a:r>
              <a:rPr lang="en-US" sz="54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.!!!</a:t>
            </a:r>
            <a:endParaRPr lang="ru-RU" sz="5400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81E37D-CA8D-4720-9B5E-49A1F635AE60}"/>
              </a:ext>
            </a:extLst>
          </p:cNvPr>
          <p:cNvSpPr/>
          <p:nvPr/>
        </p:nvSpPr>
        <p:spPr>
          <a:xfrm>
            <a:off x="0" y="2782921"/>
            <a:ext cx="11189776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Darslik-kitobingizni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9-13-sahifalarida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berilgan</a:t>
            </a:r>
            <a:endParaRPr lang="en-US" sz="4000" b="0" cap="none" spc="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“Wrap text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sozlamalaridan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foydalanish.Tasvirni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qirqish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o`lchamini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o`zgartirish</a:t>
            </a:r>
            <a:r>
              <a:rPr lang="en-US" sz="4000" dirty="0">
                <a:ln w="0"/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algn="ctr"/>
            <a:r>
              <a:rPr lang="en-US" sz="4000" dirty="0" err="1">
                <a:ln w="0"/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avzusini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hamda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undagi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so`zlarni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o`qib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o`rganing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muhirlang</a:t>
            </a:r>
            <a:r>
              <a:rPr lang="en-US" sz="4000" b="0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…!!!</a:t>
            </a:r>
            <a:endParaRPr lang="ru-RU" sz="4000" b="0" cap="none" spc="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5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Главное мероприятие</Template>
  <TotalTime>41</TotalTime>
  <Words>42</Words>
  <Application>Microsoft Office PowerPoint</Application>
  <PresentationFormat>Широкоэкранный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Impact</vt:lpstr>
      <vt:lpstr>Главное мероприятие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Ikrom Rayxonovich</dc:creator>
  <cp:lastModifiedBy>Ikrom Rayxonovich</cp:lastModifiedBy>
  <cp:revision>6</cp:revision>
  <dcterms:created xsi:type="dcterms:W3CDTF">2026-08-24T20:10:27Z</dcterms:created>
  <dcterms:modified xsi:type="dcterms:W3CDTF">2026-09-04T23:08:35Z</dcterms:modified>
</cp:coreProperties>
</file>