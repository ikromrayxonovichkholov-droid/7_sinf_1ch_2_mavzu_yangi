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C8CDBE-B2EF-47B4-9DDB-AAF58E8D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1" y="940417"/>
            <a:ext cx="9078687" cy="501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48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3</cp:revision>
  <dcterms:created xsi:type="dcterms:W3CDTF">2026-09-02T15:13:55Z</dcterms:created>
  <dcterms:modified xsi:type="dcterms:W3CDTF">2026-09-02T15:40:21Z</dcterms:modified>
</cp:coreProperties>
</file>