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3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02-Sep-26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502E280-58C9-4018-A715-3651F0DA3203}"/>
              </a:ext>
            </a:extLst>
          </p:cNvPr>
          <p:cNvSpPr/>
          <p:nvPr/>
        </p:nvSpPr>
        <p:spPr>
          <a:xfrm>
            <a:off x="1011916" y="1272241"/>
            <a:ext cx="10168168" cy="37856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I-</a:t>
            </a:r>
            <a:r>
              <a:rPr lang="en-US" sz="80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modul</a:t>
            </a:r>
            <a:r>
              <a:rPr lang="en-US" sz="8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-“</a:t>
            </a:r>
            <a:r>
              <a:rPr lang="en-US" sz="80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Matnli</a:t>
            </a:r>
            <a:r>
              <a:rPr lang="en-US" sz="8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80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hujjatlardan</a:t>
            </a:r>
            <a:endParaRPr lang="en-US" sz="8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gency FB" panose="020B0503020202020204" pitchFamily="34" charset="0"/>
            </a:endParaRPr>
          </a:p>
          <a:p>
            <a:pPr algn="ctr"/>
            <a:r>
              <a:rPr lang="en-US" sz="8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80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maqsadli</a:t>
            </a:r>
            <a:r>
              <a:rPr lang="en-US" sz="8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80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foydalanish</a:t>
            </a:r>
            <a:r>
              <a:rPr lang="en-US" sz="8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”-</a:t>
            </a:r>
          </a:p>
          <a:p>
            <a:pPr algn="ctr"/>
            <a:r>
              <a:rPr lang="en-US" sz="8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deb </a:t>
            </a:r>
            <a:r>
              <a:rPr lang="en-US" sz="8000" b="1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gency FB" panose="020B0503020202020204" pitchFamily="34" charset="0"/>
              </a:rPr>
              <a:t>nomlanadi</a:t>
            </a:r>
            <a:endParaRPr lang="ru-RU" sz="8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2037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2840C-A96C-4EC5-8568-44322285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30420"/>
            <a:ext cx="8610600" cy="186413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I</a:t>
            </a:r>
            <a:r>
              <a:rPr lang="en-US" dirty="0">
                <a:latin typeface="Agency FB" panose="020B0503020202020204" pitchFamily="34" charset="0"/>
              </a:rPr>
              <a:t>-chorak.2-mavzu: 2-amaliy </a:t>
            </a:r>
            <a:r>
              <a:rPr lang="en-US" dirty="0" err="1">
                <a:latin typeface="Agency FB" panose="020B0503020202020204" pitchFamily="34" charset="0"/>
              </a:rPr>
              <a:t>ko`nikma.Wrap</a:t>
            </a:r>
            <a:r>
              <a:rPr lang="en-US" dirty="0">
                <a:latin typeface="Agency FB" panose="020B0503020202020204" pitchFamily="34" charset="0"/>
              </a:rPr>
              <a:t> text </a:t>
            </a:r>
            <a:r>
              <a:rPr lang="en-US" dirty="0" err="1">
                <a:latin typeface="Agency FB" panose="020B0503020202020204" pitchFamily="34" charset="0"/>
              </a:rPr>
              <a:t>sozlamalaridan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foydalanish.tasvirni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qirqish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va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o`lchamini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o`zgartirish</a:t>
            </a:r>
            <a:r>
              <a:rPr lang="en-US" dirty="0">
                <a:latin typeface="Agency FB" panose="020B0503020202020204" pitchFamily="34" charset="0"/>
              </a:rPr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CAAFBC-31CD-474E-B18B-DBA99FA8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786" y="2799304"/>
            <a:ext cx="10820400" cy="2468882"/>
          </a:xfrm>
        </p:spPr>
        <p:txBody>
          <a:bodyPr>
            <a:noAutofit/>
          </a:bodyPr>
          <a:lstStyle/>
          <a:p>
            <a:pPr algn="just"/>
            <a:r>
              <a:rPr lang="en-US" sz="2800" dirty="0" err="1">
                <a:latin typeface="Agency FB" panose="020B0503020202020204" pitchFamily="34" charset="0"/>
              </a:rPr>
              <a:t>Shunday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holatlar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bo`ladiki,matnli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hujjat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yaratish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vaqtida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hujjat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sahifasiga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matn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bilan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birgalikda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tasvir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joylashtirish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kerak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bo`lib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qoladi,bunda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sahifani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bo`sh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joyi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qolmasdan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chiroyli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sahifa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bo`lishi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uchun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va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bo`sh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joydan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unumli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foydalanish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lozim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bo`ladi.Matn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va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tasvirning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hujjatda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o`zaro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joylashuvini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formatlash</a:t>
            </a:r>
            <a:r>
              <a:rPr lang="en-US" sz="2800" dirty="0">
                <a:latin typeface="Agency FB" panose="020B0503020202020204" pitchFamily="34" charset="0"/>
              </a:rPr>
              <a:t> ham UMUMIY DIZAYN ga </a:t>
            </a:r>
            <a:r>
              <a:rPr lang="en-US" sz="2800" dirty="0" err="1">
                <a:latin typeface="Agency FB" panose="020B0503020202020204" pitchFamily="34" charset="0"/>
              </a:rPr>
              <a:t>ijobiy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ta`sir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etadi</a:t>
            </a:r>
            <a:r>
              <a:rPr lang="en-US" sz="2800" dirty="0">
                <a:latin typeface="Agency FB" panose="020B0503020202020204" pitchFamily="34" charset="0"/>
              </a:rPr>
              <a:t>.</a:t>
            </a:r>
          </a:p>
          <a:p>
            <a:pPr algn="just"/>
            <a:r>
              <a:rPr lang="en-US" sz="2800" dirty="0">
                <a:latin typeface="Agency FB" panose="020B0503020202020204" pitchFamily="34" charset="0"/>
              </a:rPr>
              <a:t>WRAP text (Text Wrapping)-</a:t>
            </a:r>
            <a:r>
              <a:rPr lang="en-US" sz="2800" dirty="0" err="1">
                <a:latin typeface="Agency FB" panose="020B0503020202020204" pitchFamily="34" charset="0"/>
              </a:rPr>
              <a:t>matnni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sig`dirish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sozlamasi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matn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uchun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emas,tasvir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uchun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qo`lla</a:t>
            </a:r>
            <a:r>
              <a:rPr lang="en-US" sz="2800" dirty="0">
                <a:latin typeface="Agency FB" panose="020B0503020202020204" pitchFamily="34" charset="0"/>
              </a:rPr>
              <a:t> </a:t>
            </a:r>
            <a:r>
              <a:rPr lang="en-US" sz="2800" dirty="0" err="1">
                <a:latin typeface="Agency FB" panose="020B0503020202020204" pitchFamily="34" charset="0"/>
              </a:rPr>
              <a:t>niladi</a:t>
            </a:r>
            <a:r>
              <a:rPr lang="en-US" sz="2800" dirty="0">
                <a:latin typeface="Agency FB" panose="020B0503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9827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След самолета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88</TotalTime>
  <Words>124</Words>
  <Application>Microsoft Office PowerPoint</Application>
  <PresentationFormat>Широкоэкранный</PresentationFormat>
  <Paragraphs>6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Agency FB</vt:lpstr>
      <vt:lpstr>Arial</vt:lpstr>
      <vt:lpstr>Century Gothic</vt:lpstr>
      <vt:lpstr>След самолета</vt:lpstr>
      <vt:lpstr>Презентация PowerPoint</vt:lpstr>
      <vt:lpstr> I-chorak.2-mavzu: 2-amaliy ko`nikma.Wrap text sozlamalaridan foydalanish.tasvirni qirqish va o`lchamini o`zgartirish.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Ikrom Rayxonovich</dc:creator>
  <cp:lastModifiedBy>Ikrom Rayxonovich</cp:lastModifiedBy>
  <cp:revision>4</cp:revision>
  <dcterms:created xsi:type="dcterms:W3CDTF">2026-09-02T13:30:54Z</dcterms:created>
  <dcterms:modified xsi:type="dcterms:W3CDTF">2026-09-02T14:59:20Z</dcterms:modified>
</cp:coreProperties>
</file>